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PPTX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Photocatalysis converts sunlight into chemical fuel.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36576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Atomic layer deposition offers precise thickness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