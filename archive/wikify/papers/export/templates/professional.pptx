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11680"/>
            <a:ext cx="10362895" cy="1371600"/>
          </a:xfrm>
        </p:spPr>
        <p:txBody>
          <a:bodyPr wrap="square"/>
          <a:lstStyle/>
          <a:p>
            <a:pPr algn="ctr"/>
            <a:r>
              <a:rPr b="1" sz="4400">
                <a:solidFill>
                  <a:srgbClr val="FFFFFF"/>
                </a:solidFill>
                <a:latin typeface="Calibri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9448495" cy="914400"/>
          </a:xfrm>
        </p:spPr>
        <p:txBody>
          <a:bodyPr wrap="square"/>
          <a:lstStyle/>
          <a:p>
            <a:pPr algn="ctr"/>
            <a:r>
              <a:rPr b="0" sz="2400">
                <a:solidFill>
                  <a:srgbClr val="B0B8C8"/>
                </a:solidFill>
                <a:latin typeface="Calibri"/>
              </a:rPr>
              <a:t>Subtitle or 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91440"/>
            <a:ext cx="11460175" cy="914400"/>
          </a:xfrm>
        </p:spPr>
        <p:txBody>
          <a:bodyPr wrap="square"/>
          <a:lstStyle/>
          <a:p>
            <a:pPr algn="l"/>
            <a:r>
              <a:rPr b="1" sz="3200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5212080"/>
          </a:xfrm>
        </p:spPr>
        <p:txBody>
          <a:bodyPr wrap="square"/>
          <a:lstStyle/>
          <a:p>
            <a:pPr algn="l"/>
            <a:r>
              <a:rPr b="0" sz="2000">
                <a:solidFill>
                  <a:srgbClr val="333333"/>
                </a:solidFill>
                <a:latin typeface="Calibri"/>
              </a:rPr>
              <a:t>Body content goes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